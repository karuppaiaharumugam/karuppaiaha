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7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4F8B2-375F-47DF-9B15-476F07E87AD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4B3D5-668E-428E-AB42-126847223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20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4B3D5-668E-428E-AB42-126847223D2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97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96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05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4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46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5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53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2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27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0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52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5506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96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46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003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04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3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56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0" r:id="rId13"/>
    <p:sldLayoutId id="2147483851" r:id="rId14"/>
    <p:sldLayoutId id="2147483852" r:id="rId15"/>
    <p:sldLayoutId id="2147483853" r:id="rId16"/>
    <p:sldLayoutId id="214748385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628445"/>
            <a:ext cx="6593681" cy="2387600"/>
          </a:xfrm>
        </p:spPr>
        <p:txBody>
          <a:bodyPr/>
          <a:lstStyle/>
          <a:p>
            <a:r>
              <a:rPr dirty="0"/>
              <a:t>Gemini AI Chatbot Using API Key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976" y="3429000"/>
            <a:ext cx="7314048" cy="9266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Final Internship Evaluation Presentation</a:t>
            </a:r>
          </a:p>
          <a:p>
            <a:pPr algn="ctr"/>
            <a:r>
              <a:rPr lang="en-US" dirty="0"/>
              <a:t>Data Science Internship Project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33D080C-F43B-1FE1-4AB7-06454A7324E6}"/>
              </a:ext>
            </a:extLst>
          </p:cNvPr>
          <p:cNvSpPr txBox="1">
            <a:spLocks/>
          </p:cNvSpPr>
          <p:nvPr/>
        </p:nvSpPr>
        <p:spPr>
          <a:xfrm>
            <a:off x="4765035" y="4731775"/>
            <a:ext cx="721365" cy="449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by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F4428-595E-FB57-E155-DA0236C5E8ED}"/>
              </a:ext>
            </a:extLst>
          </p:cNvPr>
          <p:cNvSpPr txBox="1"/>
          <p:nvPr/>
        </p:nvSpPr>
        <p:spPr>
          <a:xfrm>
            <a:off x="4109884" y="5181600"/>
            <a:ext cx="489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 AAMEER MOHAMED (GT25ON279823)</a:t>
            </a:r>
          </a:p>
          <a:p>
            <a:pPr algn="r"/>
            <a:r>
              <a:rPr lang="en-IN" cap="all" dirty="0"/>
              <a:t>     A.KARUPPAIAH			(GT25OF0468)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4336370"/>
          </a:xfrm>
        </p:spPr>
        <p:txBody>
          <a:bodyPr/>
          <a:lstStyle/>
          <a:p>
            <a:pPr>
              <a:defRPr sz="2000"/>
            </a:pPr>
            <a:r>
              <a:rPr lang="en-US" dirty="0"/>
              <a:t>The </a:t>
            </a:r>
            <a:r>
              <a:rPr lang="en-US" b="1" dirty="0"/>
              <a:t>Gemini AI Chatbot Using API Key</a:t>
            </a:r>
            <a:r>
              <a:rPr lang="en-US" dirty="0"/>
              <a:t> is an intelligent web-based chatbot application that uses Google's Gemini API to generate human-like responses to user queries. </a:t>
            </a:r>
          </a:p>
          <a:p>
            <a:pPr>
              <a:defRPr sz="2000"/>
            </a:pPr>
            <a:r>
              <a:rPr lang="en-US" dirty="0"/>
              <a:t>The main goal of this project is to demonstrate how modern generative AI can be integrated into web applications to build smart conversational systems. Unlike traditional rule-based chatbots, this chatbot can understand a wide variety of questions and provide dynamic responses, making it suitable for applications such as customer support, education, and virtual assistants.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379913"/>
          </a:xfrm>
        </p:spPr>
        <p:txBody>
          <a:bodyPr/>
          <a:lstStyle/>
          <a:p>
            <a:pPr>
              <a:defRPr sz="2000"/>
            </a:pPr>
            <a:r>
              <a:rPr dirty="0"/>
              <a:t>Users need instant answers and conversational assistance.</a:t>
            </a:r>
          </a:p>
          <a:p>
            <a:pPr>
              <a:defRPr sz="2000"/>
            </a:pPr>
            <a:r>
              <a:rPr dirty="0"/>
              <a:t>Traditional rule-based chatbots provide limited responses.</a:t>
            </a:r>
          </a:p>
          <a:p>
            <a:pPr>
              <a:defRPr sz="2000"/>
            </a:pPr>
            <a:r>
              <a:rPr dirty="0"/>
              <a:t>Generative AI enables more natural and context-aware conversations.</a:t>
            </a:r>
            <a:endParaRPr lang="en-US" dirty="0"/>
          </a:p>
          <a:p>
            <a:pPr>
              <a:defRPr sz="2000"/>
            </a:pPr>
            <a:r>
              <a:rPr lang="en-US" dirty="0"/>
              <a:t>Chatbots often fail to understand complex or unexpected user queries.</a:t>
            </a:r>
          </a:p>
          <a:p>
            <a:pPr>
              <a:defRPr sz="2000"/>
            </a:pPr>
            <a:r>
              <a:rPr lang="en-US" dirty="0"/>
              <a:t>This project aims to build a smart chatbot that can be easily integrated into web applications. </a:t>
            </a: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85800"/>
            <a:ext cx="7429499" cy="1023258"/>
          </a:xfrm>
        </p:spPr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709058"/>
            <a:ext cx="7429499" cy="5148942"/>
          </a:xfrm>
        </p:spPr>
        <p:txBody>
          <a:bodyPr/>
          <a:lstStyle/>
          <a:p>
            <a:pPr>
              <a:defRPr sz="2000"/>
            </a:pPr>
            <a:r>
              <a:rPr lang="en-US" dirty="0"/>
              <a:t>Integrate Gemini API with a frontend application.</a:t>
            </a:r>
          </a:p>
          <a:p>
            <a:pPr>
              <a:defRPr sz="2000"/>
            </a:pPr>
            <a:r>
              <a:rPr lang="en-US" dirty="0"/>
              <a:t>Send user prompts to the API securely.</a:t>
            </a:r>
          </a:p>
          <a:p>
            <a:pPr>
              <a:defRPr sz="2000"/>
            </a:pPr>
            <a:r>
              <a:rPr lang="en-US" dirty="0"/>
              <a:t>Display AI-generated responses in real time.</a:t>
            </a:r>
          </a:p>
          <a:p>
            <a:pPr>
              <a:defRPr sz="2000"/>
            </a:pPr>
            <a:r>
              <a:rPr lang="en-US" dirty="0"/>
              <a:t>Create an easy-to-use chatbot interface.</a:t>
            </a:r>
          </a:p>
          <a:p>
            <a:pPr>
              <a:defRPr sz="2000"/>
            </a:pPr>
            <a:r>
              <a:rPr lang="en-US" dirty="0"/>
              <a:t>To provide real-time, context-aware conversational assistance.</a:t>
            </a:r>
          </a:p>
          <a:p>
            <a:pPr>
              <a:defRPr sz="2000"/>
            </a:pPr>
            <a:r>
              <a:rPr lang="en-US" dirty="0"/>
              <a:t>To design a simple and user-friendly chat interface using HTML, CSS, and JavaScript.</a:t>
            </a:r>
          </a:p>
          <a:p>
            <a:pPr>
              <a:defRPr sz="2000"/>
            </a:pPr>
            <a:r>
              <a:rPr lang="en-US" dirty="0"/>
              <a:t>To create a scalable chatbot solution for education, customer support, and personal assistance.</a:t>
            </a:r>
          </a:p>
          <a:p>
            <a:pPr>
              <a:defRPr sz="2000"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HTML – Structure of the chatbot interface</a:t>
            </a:r>
          </a:p>
          <a:p>
            <a:pPr>
              <a:defRPr sz="2000"/>
            </a:pPr>
            <a:r>
              <a:t>CSS – Styling and responsive design</a:t>
            </a:r>
          </a:p>
          <a:p>
            <a:pPr>
              <a:defRPr sz="2000"/>
            </a:pPr>
            <a:r>
              <a:t>JavaScript – Client-side logic and API calls</a:t>
            </a:r>
          </a:p>
          <a:p>
            <a:pPr>
              <a:defRPr sz="2000"/>
            </a:pPr>
            <a:r>
              <a:t>Gemini API – Generative AI responses</a:t>
            </a:r>
          </a:p>
          <a:p>
            <a:pPr>
              <a:defRPr sz="2000"/>
            </a:pPr>
            <a:r>
              <a:t>Visual Studio Code – Development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796144"/>
            <a:ext cx="7429499" cy="5061856"/>
          </a:xfrm>
        </p:spPr>
        <p:txBody>
          <a:bodyPr/>
          <a:lstStyle/>
          <a:p>
            <a:pPr>
              <a:defRPr sz="2000"/>
            </a:pPr>
            <a:r>
              <a:rPr lang="en-US" dirty="0"/>
              <a:t>The user enters a question in the chatbot interface. </a:t>
            </a:r>
            <a:r>
              <a:rPr dirty="0"/>
              <a:t>JavaScript captures the input.</a:t>
            </a:r>
          </a:p>
          <a:p>
            <a:pPr>
              <a:defRPr sz="2000"/>
            </a:pPr>
            <a:r>
              <a:rPr lang="en-US" dirty="0"/>
              <a:t>The frontend built with HTML, CSS, and JavaScript captures the input.</a:t>
            </a:r>
          </a:p>
          <a:p>
            <a:pPr>
              <a:defRPr sz="2000"/>
            </a:pPr>
            <a:r>
              <a:rPr lang="en-US" dirty="0"/>
              <a:t>The input is validated and formatted as a prompt.</a:t>
            </a:r>
          </a:p>
          <a:p>
            <a:pPr>
              <a:defRPr sz="2000"/>
            </a:pPr>
            <a:r>
              <a:rPr lang="en-US" dirty="0"/>
              <a:t>JavaScript sends the prompt to Google through the Gemini API using an API key.</a:t>
            </a:r>
          </a:p>
          <a:p>
            <a:pPr>
              <a:defRPr sz="2000"/>
            </a:pPr>
            <a:r>
              <a:rPr lang="en-US" dirty="0"/>
              <a:t>The Gemini model processes the prompt and generates a response.</a:t>
            </a:r>
          </a:p>
          <a:p>
            <a:pPr>
              <a:defRPr sz="2000"/>
            </a:pPr>
            <a:r>
              <a:rPr lang="en-US" dirty="0"/>
              <a:t>The response is returned in JSON format.</a:t>
            </a:r>
          </a:p>
          <a:p>
            <a:pPr>
              <a:defRPr sz="2000"/>
            </a:pPr>
            <a:r>
              <a:rPr lang="en-US" dirty="0"/>
              <a:t>The chatbot displays the answer in the web interface in real time.</a:t>
            </a: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User Interface Module</a:t>
            </a:r>
          </a:p>
          <a:p>
            <a:pPr>
              <a:defRPr sz="2000"/>
            </a:pPr>
            <a:r>
              <a:t>Input Processing Module</a:t>
            </a:r>
          </a:p>
          <a:p>
            <a:pPr>
              <a:defRPr sz="2000"/>
            </a:pPr>
            <a:r>
              <a:t>API Communication Module</a:t>
            </a:r>
          </a:p>
          <a:p>
            <a:pPr>
              <a:defRPr sz="2000"/>
            </a:pPr>
            <a:r>
              <a:t>Response Rendering Module</a:t>
            </a:r>
          </a:p>
          <a:p>
            <a:pPr>
              <a:defRPr sz="2000"/>
            </a:pPr>
            <a:r>
              <a:t>Error Handling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User types a question.</a:t>
            </a:r>
          </a:p>
          <a:p>
            <a:pPr>
              <a:defRPr sz="2000"/>
            </a:pPr>
            <a:r>
              <a:t>2. JavaScript validates the input.</a:t>
            </a:r>
          </a:p>
          <a:p>
            <a:pPr>
              <a:defRPr sz="2000"/>
            </a:pPr>
            <a:r>
              <a:t>3. Prompt is sent to Gemini API using API key.</a:t>
            </a:r>
          </a:p>
          <a:p>
            <a:pPr>
              <a:defRPr sz="2000"/>
            </a:pPr>
            <a:r>
              <a:t>4. Response is received in JSON format.</a:t>
            </a:r>
          </a:p>
          <a:p>
            <a:pPr>
              <a:defRPr sz="2000"/>
            </a:pPr>
            <a:r>
              <a:t>5. Answer is displayed in the chat box.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Natural language understanding</a:t>
            </a:r>
          </a:p>
          <a:p>
            <a:pPr>
              <a:defRPr sz="2000"/>
            </a:pPr>
            <a:r>
              <a:t>Fast and accurate responses</a:t>
            </a:r>
          </a:p>
          <a:p>
            <a:pPr>
              <a:defRPr sz="2000"/>
            </a:pPr>
            <a:r>
              <a:t>Easy to integrate with websites</a:t>
            </a:r>
          </a:p>
          <a:p>
            <a:pPr>
              <a:defRPr sz="2000"/>
            </a:pPr>
            <a:r>
              <a:t>Scalable and customizable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API key security → Store securely and restrict usage.</a:t>
            </a:r>
          </a:p>
          <a:p>
            <a:pPr>
              <a:defRPr sz="2000"/>
            </a:pPr>
            <a:r>
              <a:t>Network failures → Added error handling.</a:t>
            </a:r>
          </a:p>
          <a:p>
            <a:pPr>
              <a:defRPr sz="2000"/>
            </a:pPr>
            <a:r>
              <a:t>Slow responses → Display loading indicator.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Voice input and speech output</a:t>
            </a:r>
          </a:p>
          <a:p>
            <a:pPr>
              <a:defRPr sz="2000"/>
            </a:pPr>
            <a:r>
              <a:t>Chat history storage</a:t>
            </a:r>
          </a:p>
          <a:p>
            <a:pPr>
              <a:defRPr sz="2000"/>
            </a:pPr>
            <a:r>
              <a:t>Multi-language support</a:t>
            </a:r>
          </a:p>
          <a:p>
            <a:pPr>
              <a:defRPr sz="2000"/>
            </a:pPr>
            <a:r>
              <a:t>User authentication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Successfully developed a functional AI chatbot using Gemini API.</a:t>
            </a:r>
          </a:p>
          <a:p>
            <a:pPr>
              <a:defRPr sz="2000"/>
            </a:pPr>
            <a:r>
              <a:t>Demonstrated frontend development and API integration skills.</a:t>
            </a:r>
          </a:p>
          <a:p>
            <a:pPr>
              <a:defRPr sz="2000"/>
            </a:pPr>
            <a:r>
              <a:t>Useful for customer support, education, and personal assistants.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FB3A9-2442-5504-53D8-A16E8C3BC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CODE 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DD372E-92F0-62F9-7647-8163AB5499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61" y="2097088"/>
            <a:ext cx="3324054" cy="2166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A9B8DA-EC95-FD14-0D0A-28B5526EF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97087"/>
            <a:ext cx="3713559" cy="216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17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F55C3-75BD-F8B1-BDC9-402F840F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CODE 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9E77C8-3E45-E392-F407-6FDF7B0A2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61" y="2368021"/>
            <a:ext cx="3715940" cy="2531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42FA29-F80B-1226-302E-E8B950C4F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368021"/>
            <a:ext cx="3793068" cy="253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0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00D9-4E63-C329-3831-8F3F9C37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: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EBA258D-1443-27F6-97CC-468F137A77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060" y="1778000"/>
            <a:ext cx="7429499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25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4B086-CDEA-DE96-DC04-558737125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69B07E-1E40-4084-BA07-4EDF06A17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5535" y="1936222"/>
            <a:ext cx="6789755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31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77469-0B54-BA1B-A50B-2E9D71D5F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6BDEAF-0797-22F6-3233-2D8C8B20E0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5679" y="2003955"/>
            <a:ext cx="6769467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26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DF46-BC4E-2281-F944-C0943E515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666" y="2226734"/>
            <a:ext cx="6549891" cy="1566334"/>
          </a:xfrm>
        </p:spPr>
        <p:txBody>
          <a:bodyPr>
            <a:normAutofit/>
          </a:bodyPr>
          <a:lstStyle/>
          <a:p>
            <a:r>
              <a:rPr lang="en-US" sz="8000" dirty="0"/>
              <a:t>THANK 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26059116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207</TotalTime>
  <Words>531</Words>
  <Application>Microsoft Office PowerPoint</Application>
  <PresentationFormat>On-screen Show (4:3)</PresentationFormat>
  <Paragraphs>74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Tw Cen MT</vt:lpstr>
      <vt:lpstr>Circuit</vt:lpstr>
      <vt:lpstr>Gemini AI Chatbot Using API Key</vt:lpstr>
      <vt:lpstr>Project Overview</vt:lpstr>
      <vt:lpstr>Problem Statement</vt:lpstr>
      <vt:lpstr>Objectives</vt:lpstr>
      <vt:lpstr>Technologies Used</vt:lpstr>
      <vt:lpstr>System Architecture</vt:lpstr>
      <vt:lpstr>Project Modules</vt:lpstr>
      <vt:lpstr>Working Process</vt:lpstr>
      <vt:lpstr>Advantages</vt:lpstr>
      <vt:lpstr>Challenges and Solutions</vt:lpstr>
      <vt:lpstr>Future Enhancements</vt:lpstr>
      <vt:lpstr>Conclusion</vt:lpstr>
      <vt:lpstr>SAMPLE CODE :</vt:lpstr>
      <vt:lpstr>SAMPLE CODE :</vt:lpstr>
      <vt:lpstr>SCREENSHOTS :</vt:lpstr>
      <vt:lpstr>SCREENSHOTS :</vt:lpstr>
      <vt:lpstr>SCREENSHOTS :</vt:lpstr>
      <vt:lpstr>THANK 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aameer mohamed</dc:creator>
  <cp:keywords/>
  <dc:description>generated using python-pptx</dc:description>
  <cp:lastModifiedBy>aameer mohamed</cp:lastModifiedBy>
  <cp:revision>3</cp:revision>
  <dcterms:created xsi:type="dcterms:W3CDTF">2013-01-27T09:14:16Z</dcterms:created>
  <dcterms:modified xsi:type="dcterms:W3CDTF">2026-05-12T05:42:30Z</dcterms:modified>
  <cp:category/>
</cp:coreProperties>
</file>